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87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kern="0" spc="100" dirty="0">
                <a:solidFill>
                  <a:srgbClr val="FBF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CC</a:t>
            </a:r>
            <a:r>
              <a:rPr lang="en-US" sz="1700" b="1" i="1" kern="0" spc="100" dirty="0">
                <a:solidFill>
                  <a:srgbClr val="D423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</a:t>
            </a:r>
            <a:r>
              <a:rPr lang="en-US" sz="1700" b="1" i="1" kern="0" spc="100" dirty="0">
                <a:solidFill>
                  <a:srgbClr val="CAA1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คู่มือการใช้งาน Web Portal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เข้าระบบครั้งเดียว ใช้ได้ครบทุกแอป — ไม่ต้องล็อกอินซ้ำ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8448" y="2148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98448" y="249631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portal.penso.co.th กรอกอีเมล + รหัสผ่าน แล้วกด "เข้าสู่ระบบ"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98448" y="3108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เลือกระบบที่ต้องการ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คลิกการ์ดของระบบ — Internal · Leave · KPI · Helpdesk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98448" y="40690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ใช้งานได้ทันที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98448" y="441655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เข้าระบบปลายทางได้เลย ไม่ต้องล็อกอินซ้ำ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98448" y="5029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 Portal / ออกจากระบบ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298448" y="53766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ปุ่มทอง "CCPBG Portal" กลับหน้ารวม · "ออกจากระบบ" = ออกทุกระบบ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1810512"/>
            <a:ext cx="5303520" cy="4416552"/>
          </a:xfrm>
          <a:prstGeom prst="rect">
            <a:avLst/>
          </a:prstGeom>
          <a:solidFill>
            <a:srgbClr val="FFFFFF"/>
          </a:solidFill>
          <a:ln/>
          <a:effectLst>
            <a:outerShdw blurRad="1651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D:/AI/SingleSignOn/docs/_shots/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10512"/>
            <a:ext cx="5303520" cy="44165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46520" y="62910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3A8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หน้าจอหลัก (Hub) — เลือกระบบที่ต้องการใช้งาน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kern="0" spc="100" dirty="0">
                <a:solidFill>
                  <a:srgbClr val="FBF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CC</a:t>
            </a:r>
            <a:r>
              <a:rPr lang="en-US" sz="1700" b="1" i="1" kern="0" spc="100" dirty="0">
                <a:solidFill>
                  <a:srgbClr val="D423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</a:t>
            </a:r>
            <a:r>
              <a:rPr lang="en-US" sz="1700" b="1" i="1" kern="0" spc="100" dirty="0">
                <a:solidFill>
                  <a:srgbClr val="CAA1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ลืมรหัสผ่าน? ตั้งรหัสใหม่ได้เอง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ทำเองได้ใน 4 ขั้นตอน ไม่ต้องรอผู้ดูแลระบบ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8448" y="2057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"ลืมรหัสผ่าน?"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98448" y="24048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ที่หน้าเข้าสู่ระบบ คลิกลิงก์ "ลืมรหัสผ่าน?" ใต้ปุ่มเข้าสู่ระบบ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98448" y="2971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กรอกอีเมลของคุณ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98448" y="33192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ใส่อีเมลที่ใช้เข้าระบบ แล้วกด "ส่งลิงก์ตั้งรหัสผ่านใหม่"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98448" y="3886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เปิดลิงก์ในอีเมล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98448" y="42336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เช็คกล่องอีเมล (รวม Junk/Spam) แล้วกดปุ่มในอีเมล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585216" cy="585216"/>
          </a:xfrm>
          <a:prstGeom prst="ellipse">
            <a:avLst/>
          </a:prstGeom>
          <a:solidFill>
            <a:srgbClr val="CAA12F"/>
          </a:solidFill>
          <a:ln w="16510">
            <a:solidFill>
              <a:srgbClr val="E8CD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1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98448" y="4800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ตั้งรหัสผ่านใหม่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298448" y="51480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กรอกรหัสใหม่ + ยืนยัน กด "บันทึก" เข้าระบบได้ทันที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989320"/>
            <a:ext cx="11109960" cy="603504"/>
          </a:xfrm>
          <a:prstGeom prst="roundRect">
            <a:avLst>
              <a:gd name="adj" fmla="val 15152"/>
            </a:avLst>
          </a:prstGeom>
          <a:solidFill>
            <a:srgbClr val="241D12"/>
          </a:solidFill>
          <a:ln/>
          <a:effectLst>
            <a:outerShdw blurRad="1651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" y="598932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 — </a:t>
            </a:r>
            <a:r>
              <a:rPr lang="en-US" sz="125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ลิงก์ใช้ได้ครั้งเดียว และถ้าคุณไม่ได้เป็นผู้ขอ โปรดอย่ากดลิงก์ในอีเมล</a:t>
            </a:r>
            <a:endParaRPr lang="en-US" sz="1250" dirty="0"/>
          </a:p>
        </p:txBody>
      </p:sp>
      <p:pic>
        <p:nvPicPr>
          <p:cNvPr id="27" name="รูปภาพ 26">
            <a:extLst>
              <a:ext uri="{FF2B5EF4-FFF2-40B4-BE49-F238E27FC236}">
                <a16:creationId xmlns:a16="http://schemas.microsoft.com/office/drawing/2014/main" id="{9F27A153-DCD5-E271-90C9-277CE790B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372" y="1555792"/>
            <a:ext cx="2546110" cy="3046123"/>
          </a:xfrm>
          <a:prstGeom prst="rect">
            <a:avLst/>
          </a:prstGeom>
        </p:spPr>
      </p:pic>
      <p:pic>
        <p:nvPicPr>
          <p:cNvPr id="29" name="รูปภาพ 28">
            <a:extLst>
              <a:ext uri="{FF2B5EF4-FFF2-40B4-BE49-F238E27FC236}">
                <a16:creationId xmlns:a16="http://schemas.microsoft.com/office/drawing/2014/main" id="{CBD9A02F-8DF8-CC9B-BD09-A21E1DF9C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960" y="1769858"/>
            <a:ext cx="2546110" cy="25461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kern="0" spc="100" dirty="0">
                <a:solidFill>
                  <a:srgbClr val="FBF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CC</a:t>
            </a:r>
            <a:r>
              <a:rPr lang="en-US" sz="1700" b="1" i="1" kern="0" spc="100" dirty="0">
                <a:solidFill>
                  <a:srgbClr val="D423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</a:t>
            </a:r>
            <a:r>
              <a:rPr lang="en-US" sz="1700" b="1" i="1" kern="0" spc="100" dirty="0">
                <a:solidFill>
                  <a:srgbClr val="CAA1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ตัวอย่างอีเมลตั้งรหัสผ่านใหม่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เปิดอีเมลแล้วกดปุ่ม "ตั้งรหัสผ่านใหม่" เพื่อไปตั้งรหัส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803904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651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D:/AI/SingleSignOn/docs/_shots/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3803904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29107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3A8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อีเมลตั้งรหัสผ่านใหม่ที่ส่งถึงคุณ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0" y="2212848"/>
            <a:ext cx="182880" cy="182880"/>
          </a:xfrm>
          <a:prstGeom prst="ellipse">
            <a:avLst/>
          </a:prstGeom>
          <a:solidFill>
            <a:srgbClr val="CAA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4960" y="209397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เช็คกล่องอีเมล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94960" y="245973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ดูในกล่องเข้า รวมถึงโฟลเดอร์ Junk / Spam ด้วย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3236976"/>
            <a:ext cx="182880" cy="182880"/>
          </a:xfrm>
          <a:prstGeom prst="ellipse">
            <a:avLst/>
          </a:prstGeom>
          <a:solidFill>
            <a:srgbClr val="CAA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94960" y="311810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กดปุ่มในอีเมล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4960" y="348386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กดปุ่มทอง "ตั้งรหัสผ่านใหม่" หรือก๊อปลิงก์ไปเปิดในเบราว์เซอร์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4261104"/>
            <a:ext cx="182880" cy="182880"/>
          </a:xfrm>
          <a:prstGeom prst="ellipse">
            <a:avLst/>
          </a:prstGeom>
          <a:solidFill>
            <a:srgbClr val="CAA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41422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ลิงก์ใช้ครั้งเดียว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94960" y="45079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ตั้งรหัสเสร็จแล้ว ลิงก์เดิมจะใช้ไม่ได้อีก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0" y="5285232"/>
            <a:ext cx="182880" cy="182880"/>
          </a:xfrm>
          <a:prstGeom prst="ellipse">
            <a:avLst/>
          </a:prstGeom>
          <a:solidFill>
            <a:srgbClr val="CAA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94960" y="51663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ไม่ได้ขอเอง?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94960" y="55321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FE7D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ถ้าคุณไม่ได้เป็นผู้ร้องขอ โปรดอย่ากดลิงก์ในอีเมล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324</Words>
  <Application>Microsoft Office PowerPoint</Application>
  <PresentationFormat>แบบจอกว้าง</PresentationFormat>
  <Paragraphs>47</Paragraphs>
  <Slides>3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6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คู่มือการใช้งาน Web Portal (SSO)</dc:title>
  <dc:subject>PptxGenJS Presentation</dc:subject>
  <dc:creator>CCP Business Group</dc:creator>
  <cp:lastModifiedBy>Theerawat Siriboon</cp:lastModifiedBy>
  <cp:revision>2</cp:revision>
  <dcterms:created xsi:type="dcterms:W3CDTF">2026-06-26T07:37:04Z</dcterms:created>
  <dcterms:modified xsi:type="dcterms:W3CDTF">2026-06-26T08:14:04Z</dcterms:modified>
</cp:coreProperties>
</file>